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7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560320"/>
            <a:ext cx="3200400" cy="3200400"/>
          </a:xfrm>
          <a:prstGeom prst="ellipse">
            <a:avLst/>
          </a:prstGeom>
          <a:solidFill>
            <a:srgbClr val="FBBF24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HACKATHON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Shell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 shell with background job management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728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Lalitha (2520080063</a:t>
            </a: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S. </a:t>
            </a:r>
            <a:r>
              <a:rPr lang="en-US" sz="1600" b="1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Himasree</a:t>
            </a: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(2520090181), P. Sravya (2520090059)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ALekhya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 C  |  POSIX system calls  |  WSL Ubuntu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 shell with job control?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is the user's gateway to the OS. Doing it well means managing processes, not just launching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40280"/>
            <a:ext cx="457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terminal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commands freeze the prompt. Users need to keep working while tasks run in the background.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240280"/>
            <a:ext cx="4572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job tracking you lose track of PIDs, states and run time of background processes.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240280"/>
            <a:ext cx="45720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Stopping, resuming or killing a task needs a simple interface, plus clean exit with no orphans.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00200"/>
            <a:ext cx="4572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Execute commands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48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input and run any program found in PATH, with arguments.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600200"/>
            <a:ext cx="457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Background jobs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148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 with a trailing &amp; and return to the prompt immediately.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00400"/>
            <a:ext cx="4572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List jobs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job ID, PID, state (Running / Stopped / Finished) and elapsed time.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200400"/>
            <a:ext cx="457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Terminate and control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kill, stop and resume jobs by number; clean up all children on exit.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522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(fgets)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554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12848" y="13716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522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12848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(strtok)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1554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77056" y="13716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522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77056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Built-in?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cd, jobs, kill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94376" y="1554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541264" y="13716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41264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1554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205472" y="13716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1522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05472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execvp()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child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then: foreground = waitpid() and block  |  background (&amp;) = record job, return to prompt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017520"/>
            <a:ext cx="4572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the shell. The child becomes the command; the parent stays in the loop.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2788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3017520"/>
            <a:ext cx="457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2044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execvp()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child image with the program, searching PATH. Prints an error and exits 127 on failure.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27889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017520"/>
            <a:ext cx="45720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waitpid()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for foreground jobs. WNOHANG | WUNTRACED polls background jobs without blocking.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TECHNIQUES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00200"/>
            <a:ext cx="4572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48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file, about 400 lines. Fixed job table (100 jobs), 100-entry command history.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600200"/>
            <a:ext cx="457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syscalls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148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fork, execvp, waitpid, kill (SIGTERM / SIGSTOP / SIGCONT), chdir.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600200"/>
            <a:ext cx="45720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Ubuntu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48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with gcc and run natively in the Ubuntu terminal on Windows.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0F1A2E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204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-Wall -Wextra -std=c11 mini_shell.c -o mini_shell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./mini_shell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Built-ins: jobs, history, cd, kill, stop, resume, exit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SESSIONS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results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0A0F1A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81328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481328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</a:t>
            </a:r>
            <a:endParaRPr lang="en-US" sz="1000" dirty="0"/>
          </a:p>
        </p:txBody>
      </p:sp>
      <p:pic>
        <p:nvPicPr>
          <p:cNvPr id="11" name="Screenshot 1" descr="Terminal screenshot: background jobs started with &amp;, jobs showing Running and Finished sta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2377440" cy="989895"/>
          </a:xfrm>
          <a:prstGeom prst="rect">
            <a:avLst/>
          </a:prstGeom>
        </p:spPr>
      </p:pic>
      <p:sp>
        <p:nvSpPr>
          <p:cNvPr id="12" name="Shape 10"/>
          <p:cNvSpPr/>
          <p:nvPr/>
        </p:nvSpPr>
        <p:spPr>
          <a:xfrm>
            <a:off x="3246120" y="13716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0A0F1A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481328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1481328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9040" y="1481328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02336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kill</a:t>
            </a:r>
            <a:endParaRPr lang="en-US" sz="1000" dirty="0"/>
          </a:p>
        </p:txBody>
      </p:sp>
      <p:pic>
        <p:nvPicPr>
          <p:cNvPr id="17" name="Screenshot 2" descr="Terminal screenshot: stop, resume and kill of job 2 with jobs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783080"/>
            <a:ext cx="2377440" cy="1590600"/>
          </a:xfrm>
          <a:prstGeom prst="rect">
            <a:avLst/>
          </a:prstGeom>
        </p:spPr>
      </p:pic>
      <p:sp>
        <p:nvSpPr>
          <p:cNvPr id="18" name="Shape 16"/>
          <p:cNvSpPr/>
          <p:nvPr/>
        </p:nvSpPr>
        <p:spPr>
          <a:xfrm>
            <a:off x="5943600" y="13716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0A0F1A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481328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1481328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1481328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history</a:t>
            </a:r>
            <a:endParaRPr lang="en-US" sz="1000" dirty="0"/>
          </a:p>
        </p:txBody>
      </p:sp>
      <p:pic>
        <p:nvPicPr>
          <p:cNvPr id="23" name="Screenshot 3" descr="Terminal screenshot: kill, jobs and history command outp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783080"/>
            <a:ext cx="2377440" cy="2364749"/>
          </a:xfrm>
          <a:prstGeom prst="rect">
            <a:avLst/>
          </a:prstGeom>
        </p:spPr>
      </p:pic>
      <p:sp>
        <p:nvSpPr>
          <p:cNvPr id="24" name="Text 22"/>
          <p:cNvSpPr txBox="1"/>
          <p:nvPr/>
        </p:nvSpPr>
        <p:spPr>
          <a:xfrm>
            <a:off x="548640" y="4434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captured from the mini shell running in Ubuntu (WSL).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00200"/>
            <a:ext cx="4572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488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and background execution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list with states and timing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resume / kill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cd, error handling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shutdown of all children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600200"/>
            <a:ext cx="457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1488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pipes or redirection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quoting or wildcards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Ctrl+C / Ctrl+Z handling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job table and line size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fg / bg commands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152238"/>
          </a:solidFill>
          <a:ln w="12700">
            <a:solidFill>
              <a:srgbClr val="2232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600200"/>
            <a:ext cx="45720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488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(|) and I/O redirection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 handler, process groups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/ bg with terminal control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Quoting, variables, tab completion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support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563</Words>
  <Application>Microsoft Office PowerPoint</Application>
  <PresentationFormat>On-screen Show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Shell - OS Hackathon</dc:title>
  <dc:subject>PptxGenJS Presentation</dc:subject>
  <dc:creator>PptxGenJS</dc:creator>
  <cp:lastModifiedBy>mallulalalitha08@outlook.com</cp:lastModifiedBy>
  <cp:revision>5</cp:revision>
  <dcterms:created xsi:type="dcterms:W3CDTF">2026-10-17T04:03:13Z</dcterms:created>
  <dcterms:modified xsi:type="dcterms:W3CDTF">2026-10-17T05:00:09Z</dcterms:modified>
</cp:coreProperties>
</file>